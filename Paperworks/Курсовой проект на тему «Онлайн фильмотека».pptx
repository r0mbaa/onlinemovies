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4" r:id="rId8"/>
    <p:sldId id="265" r:id="rId9"/>
    <p:sldId id="266" r:id="rId10"/>
    <p:sldId id="263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Роман парфёнов" userId="33aa29ea104ad6ac" providerId="LiveId" clId="{A7B47643-3F65-4193-B313-65BE2C17C174}"/>
    <pc:docChg chg="undo custSel addSld delSld modSld">
      <pc:chgData name="Роман парфёнов" userId="33aa29ea104ad6ac" providerId="LiveId" clId="{A7B47643-3F65-4193-B313-65BE2C17C174}" dt="2025-12-10T20:03:36.555" v="708" actId="1076"/>
      <pc:docMkLst>
        <pc:docMk/>
      </pc:docMkLst>
      <pc:sldChg chg="modSp mod">
        <pc:chgData name="Роман парфёнов" userId="33aa29ea104ad6ac" providerId="LiveId" clId="{A7B47643-3F65-4193-B313-65BE2C17C174}" dt="2025-12-10T19:28:21.010" v="529" actId="207"/>
        <pc:sldMkLst>
          <pc:docMk/>
          <pc:sldMk cId="3973017539" sldId="257"/>
        </pc:sldMkLst>
        <pc:spChg chg="mod">
          <ac:chgData name="Роман парфёнов" userId="33aa29ea104ad6ac" providerId="LiveId" clId="{A7B47643-3F65-4193-B313-65BE2C17C174}" dt="2025-12-10T18:52:29.663" v="33" actId="20577"/>
          <ac:spMkLst>
            <pc:docMk/>
            <pc:sldMk cId="3973017539" sldId="257"/>
            <ac:spMk id="2" creationId="{DA09E3CE-4300-10C1-366C-3EE89031042F}"/>
          </ac:spMkLst>
        </pc:spChg>
        <pc:spChg chg="mod">
          <ac:chgData name="Роман парфёнов" userId="33aa29ea104ad6ac" providerId="LiveId" clId="{A7B47643-3F65-4193-B313-65BE2C17C174}" dt="2025-12-10T19:28:21.010" v="529" actId="207"/>
          <ac:spMkLst>
            <pc:docMk/>
            <pc:sldMk cId="3973017539" sldId="257"/>
            <ac:spMk id="3" creationId="{2590B987-4504-ACFA-7DDD-4164806F4D00}"/>
          </ac:spMkLst>
        </pc:spChg>
      </pc:sldChg>
      <pc:sldChg chg="modSp mod">
        <pc:chgData name="Роман парфёнов" userId="33aa29ea104ad6ac" providerId="LiveId" clId="{A7B47643-3F65-4193-B313-65BE2C17C174}" dt="2025-12-10T19:28:16.506" v="527" actId="207"/>
        <pc:sldMkLst>
          <pc:docMk/>
          <pc:sldMk cId="1397866517" sldId="258"/>
        </pc:sldMkLst>
        <pc:spChg chg="mod">
          <ac:chgData name="Роман парфёнов" userId="33aa29ea104ad6ac" providerId="LiveId" clId="{A7B47643-3F65-4193-B313-65BE2C17C174}" dt="2025-12-10T18:57:02.171" v="115" actId="207"/>
          <ac:spMkLst>
            <pc:docMk/>
            <pc:sldMk cId="1397866517" sldId="258"/>
            <ac:spMk id="2" creationId="{30999A51-7C31-5C3C-E0CC-B9565A182E90}"/>
          </ac:spMkLst>
        </pc:spChg>
        <pc:spChg chg="mod">
          <ac:chgData name="Роман парфёнов" userId="33aa29ea104ad6ac" providerId="LiveId" clId="{A7B47643-3F65-4193-B313-65BE2C17C174}" dt="2025-12-10T19:28:16.506" v="527" actId="207"/>
          <ac:spMkLst>
            <pc:docMk/>
            <pc:sldMk cId="1397866517" sldId="258"/>
            <ac:spMk id="3" creationId="{ECEC192B-1058-9A1B-47FD-5FCEE913B2B2}"/>
          </ac:spMkLst>
        </pc:spChg>
        <pc:picChg chg="mod">
          <ac:chgData name="Роман парфёнов" userId="33aa29ea104ad6ac" providerId="LiveId" clId="{A7B47643-3F65-4193-B313-65BE2C17C174}" dt="2025-12-10T18:54:01.466" v="71" actId="1076"/>
          <ac:picMkLst>
            <pc:docMk/>
            <pc:sldMk cId="1397866517" sldId="258"/>
            <ac:picMk id="1040" creationId="{C21F6E58-DD38-643A-A7B4-6AD16CC75860}"/>
          </ac:picMkLst>
        </pc:picChg>
      </pc:sldChg>
      <pc:sldChg chg="modSp mod">
        <pc:chgData name="Роман парфёнов" userId="33aa29ea104ad6ac" providerId="LiveId" clId="{A7B47643-3F65-4193-B313-65BE2C17C174}" dt="2025-12-10T19:28:18.871" v="528" actId="207"/>
        <pc:sldMkLst>
          <pc:docMk/>
          <pc:sldMk cId="1667216827" sldId="259"/>
        </pc:sldMkLst>
        <pc:spChg chg="mod">
          <ac:chgData name="Роман парфёнов" userId="33aa29ea104ad6ac" providerId="LiveId" clId="{A7B47643-3F65-4193-B313-65BE2C17C174}" dt="2025-12-10T18:56:59.309" v="114" actId="207"/>
          <ac:spMkLst>
            <pc:docMk/>
            <pc:sldMk cId="1667216827" sldId="259"/>
            <ac:spMk id="2" creationId="{6FF6AE38-01A5-C07E-6DA7-8B4BD1026699}"/>
          </ac:spMkLst>
        </pc:spChg>
        <pc:spChg chg="mod">
          <ac:chgData name="Роман парфёнов" userId="33aa29ea104ad6ac" providerId="LiveId" clId="{A7B47643-3F65-4193-B313-65BE2C17C174}" dt="2025-12-10T19:28:18.871" v="528" actId="207"/>
          <ac:spMkLst>
            <pc:docMk/>
            <pc:sldMk cId="1667216827" sldId="259"/>
            <ac:spMk id="3" creationId="{8400E0A1-6E58-E8A3-91F2-7409E49C517F}"/>
          </ac:spMkLst>
        </pc:spChg>
      </pc:sldChg>
      <pc:sldChg chg="modSp new mod">
        <pc:chgData name="Роман парфёнов" userId="33aa29ea104ad6ac" providerId="LiveId" clId="{A7B47643-3F65-4193-B313-65BE2C17C174}" dt="2025-12-10T19:28:24.659" v="531" actId="207"/>
        <pc:sldMkLst>
          <pc:docMk/>
          <pc:sldMk cId="3657524212" sldId="260"/>
        </pc:sldMkLst>
        <pc:spChg chg="mod">
          <ac:chgData name="Роман парфёнов" userId="33aa29ea104ad6ac" providerId="LiveId" clId="{A7B47643-3F65-4193-B313-65BE2C17C174}" dt="2025-12-10T18:56:55.680" v="113" actId="207"/>
          <ac:spMkLst>
            <pc:docMk/>
            <pc:sldMk cId="3657524212" sldId="260"/>
            <ac:spMk id="2" creationId="{5AB34648-177C-737D-C344-A229D1A5627E}"/>
          </ac:spMkLst>
        </pc:spChg>
        <pc:spChg chg="mod">
          <ac:chgData name="Роман парфёнов" userId="33aa29ea104ad6ac" providerId="LiveId" clId="{A7B47643-3F65-4193-B313-65BE2C17C174}" dt="2025-12-10T19:28:24.659" v="531" actId="207"/>
          <ac:spMkLst>
            <pc:docMk/>
            <pc:sldMk cId="3657524212" sldId="260"/>
            <ac:spMk id="3" creationId="{58A77DF9-66E2-A25A-5D91-FFF124E6A246}"/>
          </ac:spMkLst>
        </pc:spChg>
      </pc:sldChg>
      <pc:sldChg chg="addSp delSp modSp new mod">
        <pc:chgData name="Роман парфёнов" userId="33aa29ea104ad6ac" providerId="LiveId" clId="{A7B47643-3F65-4193-B313-65BE2C17C174}" dt="2025-12-10T19:03:39.726" v="234" actId="1076"/>
        <pc:sldMkLst>
          <pc:docMk/>
          <pc:sldMk cId="2762229476" sldId="261"/>
        </pc:sldMkLst>
        <pc:spChg chg="mod ord">
          <ac:chgData name="Роман парфёнов" userId="33aa29ea104ad6ac" providerId="LiveId" clId="{A7B47643-3F65-4193-B313-65BE2C17C174}" dt="2025-12-10T19:03:37.682" v="233" actId="1076"/>
          <ac:spMkLst>
            <pc:docMk/>
            <pc:sldMk cId="2762229476" sldId="261"/>
            <ac:spMk id="2" creationId="{D69C3837-BB98-082C-2239-FA4F28359375}"/>
          </ac:spMkLst>
        </pc:spChg>
        <pc:spChg chg="del">
          <ac:chgData name="Роман парфёнов" userId="33aa29ea104ad6ac" providerId="LiveId" clId="{A7B47643-3F65-4193-B313-65BE2C17C174}" dt="2025-12-10T19:01:30.992" v="200"/>
          <ac:spMkLst>
            <pc:docMk/>
            <pc:sldMk cId="2762229476" sldId="261"/>
            <ac:spMk id="3" creationId="{2E37BA58-4B92-3184-A652-0D14583ADC24}"/>
          </ac:spMkLst>
        </pc:spChg>
        <pc:picChg chg="add mod">
          <ac:chgData name="Роман парфёнов" userId="33aa29ea104ad6ac" providerId="LiveId" clId="{A7B47643-3F65-4193-B313-65BE2C17C174}" dt="2025-12-10T19:03:39.726" v="234" actId="1076"/>
          <ac:picMkLst>
            <pc:docMk/>
            <pc:sldMk cId="2762229476" sldId="261"/>
            <ac:picMk id="4" creationId="{5FE49D19-F46D-A91D-733B-C0CCF10FBA26}"/>
          </ac:picMkLst>
        </pc:picChg>
      </pc:sldChg>
      <pc:sldChg chg="addSp delSp modSp new del mod">
        <pc:chgData name="Роман парфёнов" userId="33aa29ea104ad6ac" providerId="LiveId" clId="{A7B47643-3F65-4193-B313-65BE2C17C174}" dt="2025-12-10T19:02:47.679" v="222" actId="47"/>
        <pc:sldMkLst>
          <pc:docMk/>
          <pc:sldMk cId="3292103499" sldId="262"/>
        </pc:sldMkLst>
        <pc:spChg chg="del">
          <ac:chgData name="Роман парфёнов" userId="33aa29ea104ad6ac" providerId="LiveId" clId="{A7B47643-3F65-4193-B313-65BE2C17C174}" dt="2025-12-10T19:02:43.107" v="220" actId="478"/>
          <ac:spMkLst>
            <pc:docMk/>
            <pc:sldMk cId="3292103499" sldId="262"/>
            <ac:spMk id="2" creationId="{6DA134E4-859B-2D3C-C937-54A640E38DD0}"/>
          </ac:spMkLst>
        </pc:spChg>
        <pc:spChg chg="del">
          <ac:chgData name="Роман парфёнов" userId="33aa29ea104ad6ac" providerId="LiveId" clId="{A7B47643-3F65-4193-B313-65BE2C17C174}" dt="2025-12-10T19:02:41.105" v="219" actId="478"/>
          <ac:spMkLst>
            <pc:docMk/>
            <pc:sldMk cId="3292103499" sldId="262"/>
            <ac:spMk id="3" creationId="{E425E217-3119-C7D4-F53E-10B355B4AA1D}"/>
          </ac:spMkLst>
        </pc:spChg>
        <pc:picChg chg="add mod">
          <ac:chgData name="Роман парфёнов" userId="33aa29ea104ad6ac" providerId="LiveId" clId="{A7B47643-3F65-4193-B313-65BE2C17C174}" dt="2025-12-10T19:02:37.847" v="218" actId="1076"/>
          <ac:picMkLst>
            <pc:docMk/>
            <pc:sldMk cId="3292103499" sldId="262"/>
            <ac:picMk id="4" creationId="{007ECFE0-0EA5-D89F-42A3-57A8B585FCB3}"/>
          </ac:picMkLst>
        </pc:picChg>
      </pc:sldChg>
      <pc:sldChg chg="addSp delSp modSp add mod">
        <pc:chgData name="Роман парфёнов" userId="33aa29ea104ad6ac" providerId="LiveId" clId="{A7B47643-3F65-4193-B313-65BE2C17C174}" dt="2025-12-10T19:04:06.390" v="247" actId="1076"/>
        <pc:sldMkLst>
          <pc:docMk/>
          <pc:sldMk cId="405385535" sldId="263"/>
        </pc:sldMkLst>
        <pc:spChg chg="mod ord">
          <ac:chgData name="Роман парфёнов" userId="33aa29ea104ad6ac" providerId="LiveId" clId="{A7B47643-3F65-4193-B313-65BE2C17C174}" dt="2025-12-10T19:03:55.765" v="244" actId="1076"/>
          <ac:spMkLst>
            <pc:docMk/>
            <pc:sldMk cId="405385535" sldId="263"/>
            <ac:spMk id="2" creationId="{D69C3837-BB98-082C-2239-FA4F28359375}"/>
          </ac:spMkLst>
        </pc:spChg>
        <pc:spChg chg="add del mod">
          <ac:chgData name="Роман парфёнов" userId="33aa29ea104ad6ac" providerId="LiveId" clId="{A7B47643-3F65-4193-B313-65BE2C17C174}" dt="2025-12-10T19:02:52.425" v="225" actId="478"/>
          <ac:spMkLst>
            <pc:docMk/>
            <pc:sldMk cId="405385535" sldId="263"/>
            <ac:spMk id="5" creationId="{42F19879-A4E4-A09A-1AA8-73C53277B4D1}"/>
          </ac:spMkLst>
        </pc:spChg>
        <pc:picChg chg="del">
          <ac:chgData name="Роман парфёнов" userId="33aa29ea104ad6ac" providerId="LiveId" clId="{A7B47643-3F65-4193-B313-65BE2C17C174}" dt="2025-12-10T19:02:49.889" v="223" actId="478"/>
          <ac:picMkLst>
            <pc:docMk/>
            <pc:sldMk cId="405385535" sldId="263"/>
            <ac:picMk id="4" creationId="{5FE49D19-F46D-A91D-733B-C0CCF10FBA26}"/>
          </ac:picMkLst>
        </pc:picChg>
        <pc:picChg chg="add mod">
          <ac:chgData name="Роман парфёнов" userId="33aa29ea104ad6ac" providerId="LiveId" clId="{A7B47643-3F65-4193-B313-65BE2C17C174}" dt="2025-12-10T19:04:06.390" v="247" actId="1076"/>
          <ac:picMkLst>
            <pc:docMk/>
            <pc:sldMk cId="405385535" sldId="263"/>
            <ac:picMk id="6" creationId="{CA6B9769-4E74-4426-8B93-EDD8632E8341}"/>
          </ac:picMkLst>
        </pc:picChg>
      </pc:sldChg>
      <pc:sldChg chg="addSp delSp modSp new mod">
        <pc:chgData name="Роман парфёнов" userId="33aa29ea104ad6ac" providerId="LiveId" clId="{A7B47643-3F65-4193-B313-65BE2C17C174}" dt="2025-12-10T19:12:00.606" v="296" actId="27636"/>
        <pc:sldMkLst>
          <pc:docMk/>
          <pc:sldMk cId="1047039426" sldId="264"/>
        </pc:sldMkLst>
        <pc:spChg chg="mod">
          <ac:chgData name="Роман парфёнов" userId="33aa29ea104ad6ac" providerId="LiveId" clId="{A7B47643-3F65-4193-B313-65BE2C17C174}" dt="2025-12-10T19:10:01.752" v="267" actId="1076"/>
          <ac:spMkLst>
            <pc:docMk/>
            <pc:sldMk cId="1047039426" sldId="264"/>
            <ac:spMk id="2" creationId="{9A400AA4-4261-C314-D9C4-CD7707BBFE09}"/>
          </ac:spMkLst>
        </pc:spChg>
        <pc:spChg chg="mod">
          <ac:chgData name="Роман парфёнов" userId="33aa29ea104ad6ac" providerId="LiveId" clId="{A7B47643-3F65-4193-B313-65BE2C17C174}" dt="2025-12-10T19:12:00.606" v="296" actId="27636"/>
          <ac:spMkLst>
            <pc:docMk/>
            <pc:sldMk cId="1047039426" sldId="264"/>
            <ac:spMk id="3" creationId="{29A3033B-B8FE-2087-20C5-61880F0C2607}"/>
          </ac:spMkLst>
        </pc:spChg>
        <pc:spChg chg="add del mod">
          <ac:chgData name="Роман парфёнов" userId="33aa29ea104ad6ac" providerId="LiveId" clId="{A7B47643-3F65-4193-B313-65BE2C17C174}" dt="2025-12-10T19:10:51.552" v="283" actId="22"/>
          <ac:spMkLst>
            <pc:docMk/>
            <pc:sldMk cId="1047039426" sldId="264"/>
            <ac:spMk id="5" creationId="{F03F86C7-7443-C814-2C06-74668DD36D44}"/>
          </ac:spMkLst>
        </pc:spChg>
      </pc:sldChg>
      <pc:sldChg chg="modSp add mod">
        <pc:chgData name="Роман парфёнов" userId="33aa29ea104ad6ac" providerId="LiveId" clId="{A7B47643-3F65-4193-B313-65BE2C17C174}" dt="2025-12-10T19:11:53.293" v="294" actId="27636"/>
        <pc:sldMkLst>
          <pc:docMk/>
          <pc:sldMk cId="3689457701" sldId="265"/>
        </pc:sldMkLst>
        <pc:spChg chg="mod">
          <ac:chgData name="Роман парфёнов" userId="33aa29ea104ad6ac" providerId="LiveId" clId="{A7B47643-3F65-4193-B313-65BE2C17C174}" dt="2025-12-10T19:11:53.293" v="294" actId="27636"/>
          <ac:spMkLst>
            <pc:docMk/>
            <pc:sldMk cId="3689457701" sldId="265"/>
            <ac:spMk id="3" creationId="{29A3033B-B8FE-2087-20C5-61880F0C2607}"/>
          </ac:spMkLst>
        </pc:spChg>
      </pc:sldChg>
      <pc:sldChg chg="modSp new mod">
        <pc:chgData name="Роман парфёнов" userId="33aa29ea104ad6ac" providerId="LiveId" clId="{A7B47643-3F65-4193-B313-65BE2C17C174}" dt="2025-12-10T19:21:11.313" v="526" actId="1076"/>
        <pc:sldMkLst>
          <pc:docMk/>
          <pc:sldMk cId="110393487" sldId="266"/>
        </pc:sldMkLst>
        <pc:spChg chg="mod">
          <ac:chgData name="Роман парфёнов" userId="33aa29ea104ad6ac" providerId="LiveId" clId="{A7B47643-3F65-4193-B313-65BE2C17C174}" dt="2025-12-10T19:17:34.750" v="334" actId="207"/>
          <ac:spMkLst>
            <pc:docMk/>
            <pc:sldMk cId="110393487" sldId="266"/>
            <ac:spMk id="2" creationId="{77B677D9-E719-7022-AD01-8270834BC297}"/>
          </ac:spMkLst>
        </pc:spChg>
        <pc:spChg chg="mod">
          <ac:chgData name="Роман парфёнов" userId="33aa29ea104ad6ac" providerId="LiveId" clId="{A7B47643-3F65-4193-B313-65BE2C17C174}" dt="2025-12-10T19:21:11.313" v="526" actId="1076"/>
          <ac:spMkLst>
            <pc:docMk/>
            <pc:sldMk cId="110393487" sldId="266"/>
            <ac:spMk id="3" creationId="{59075BDB-2CC9-1A38-7F2F-47E142F5926A}"/>
          </ac:spMkLst>
        </pc:spChg>
      </pc:sldChg>
      <pc:sldChg chg="addSp delSp modSp add mod">
        <pc:chgData name="Роман парфёнов" userId="33aa29ea104ad6ac" providerId="LiveId" clId="{A7B47643-3F65-4193-B313-65BE2C17C174}" dt="2025-12-10T19:30:46.816" v="568" actId="1076"/>
        <pc:sldMkLst>
          <pc:docMk/>
          <pc:sldMk cId="3474026261" sldId="267"/>
        </pc:sldMkLst>
        <pc:spChg chg="mod">
          <ac:chgData name="Роман парфёнов" userId="33aa29ea104ad6ac" providerId="LiveId" clId="{A7B47643-3F65-4193-B313-65BE2C17C174}" dt="2025-12-10T19:30:29.059" v="562" actId="20577"/>
          <ac:spMkLst>
            <pc:docMk/>
            <pc:sldMk cId="3474026261" sldId="267"/>
            <ac:spMk id="2" creationId="{D69C3837-BB98-082C-2239-FA4F28359375}"/>
          </ac:spMkLst>
        </pc:spChg>
        <pc:picChg chg="add mod">
          <ac:chgData name="Роман парфёнов" userId="33aa29ea104ad6ac" providerId="LiveId" clId="{A7B47643-3F65-4193-B313-65BE2C17C174}" dt="2025-12-10T19:30:46.816" v="568" actId="1076"/>
          <ac:picMkLst>
            <pc:docMk/>
            <pc:sldMk cId="3474026261" sldId="267"/>
            <ac:picMk id="3" creationId="{44619B36-28FC-78B0-4B98-BFCB6E4E35A3}"/>
          </ac:picMkLst>
        </pc:picChg>
        <pc:picChg chg="del">
          <ac:chgData name="Роман парфёнов" userId="33aa29ea104ad6ac" providerId="LiveId" clId="{A7B47643-3F65-4193-B313-65BE2C17C174}" dt="2025-12-10T19:30:12.838" v="533" actId="478"/>
          <ac:picMkLst>
            <pc:docMk/>
            <pc:sldMk cId="3474026261" sldId="267"/>
            <ac:picMk id="6" creationId="{CA6B9769-4E74-4426-8B93-EDD8632E8341}"/>
          </ac:picMkLst>
        </pc:picChg>
      </pc:sldChg>
      <pc:sldChg chg="addSp delSp modSp new mod">
        <pc:chgData name="Роман парфёнов" userId="33aa29ea104ad6ac" providerId="LiveId" clId="{A7B47643-3F65-4193-B313-65BE2C17C174}" dt="2025-12-10T19:48:57.176" v="628" actId="1076"/>
        <pc:sldMkLst>
          <pc:docMk/>
          <pc:sldMk cId="3706594923" sldId="268"/>
        </pc:sldMkLst>
        <pc:spChg chg="mod">
          <ac:chgData name="Роман парфёнов" userId="33aa29ea104ad6ac" providerId="LiveId" clId="{A7B47643-3F65-4193-B313-65BE2C17C174}" dt="2025-12-10T19:35:11.295" v="614" actId="20577"/>
          <ac:spMkLst>
            <pc:docMk/>
            <pc:sldMk cId="3706594923" sldId="268"/>
            <ac:spMk id="2" creationId="{F21F22BC-1801-6C8C-64A0-D338B33FEB00}"/>
          </ac:spMkLst>
        </pc:spChg>
        <pc:spChg chg="del mod">
          <ac:chgData name="Роман парфёнов" userId="33aa29ea104ad6ac" providerId="LiveId" clId="{A7B47643-3F65-4193-B313-65BE2C17C174}" dt="2025-12-10T19:47:16.957" v="618" actId="478"/>
          <ac:spMkLst>
            <pc:docMk/>
            <pc:sldMk cId="3706594923" sldId="268"/>
            <ac:spMk id="3" creationId="{5DACE7BF-295F-11EA-7493-197060525C9A}"/>
          </ac:spMkLst>
        </pc:spChg>
        <pc:spChg chg="add mod">
          <ac:chgData name="Роман парфёнов" userId="33aa29ea104ad6ac" providerId="LiveId" clId="{A7B47643-3F65-4193-B313-65BE2C17C174}" dt="2025-12-10T19:48:57.176" v="628" actId="1076"/>
          <ac:spMkLst>
            <pc:docMk/>
            <pc:sldMk cId="3706594923" sldId="268"/>
            <ac:spMk id="7" creationId="{858E8CF2-ABFE-A977-4CC8-7DEA3F28FBF9}"/>
          </ac:spMkLst>
        </pc:spChg>
        <pc:picChg chg="add del mod">
          <ac:chgData name="Роман парфёнов" userId="33aa29ea104ad6ac" providerId="LiveId" clId="{A7B47643-3F65-4193-B313-65BE2C17C174}" dt="2025-12-10T19:48:37.325" v="622" actId="478"/>
          <ac:picMkLst>
            <pc:docMk/>
            <pc:sldMk cId="3706594923" sldId="268"/>
            <ac:picMk id="5" creationId="{AD3C6828-E138-0C5D-45EF-6BF975B7D148}"/>
          </ac:picMkLst>
        </pc:picChg>
      </pc:sldChg>
      <pc:sldChg chg="modSp add mod">
        <pc:chgData name="Роман парфёнов" userId="33aa29ea104ad6ac" providerId="LiveId" clId="{A7B47643-3F65-4193-B313-65BE2C17C174}" dt="2025-12-10T19:47:32.531" v="621" actId="1076"/>
        <pc:sldMkLst>
          <pc:docMk/>
          <pc:sldMk cId="1146421030" sldId="269"/>
        </pc:sldMkLst>
        <pc:picChg chg="mod">
          <ac:chgData name="Роман парфёнов" userId="33aa29ea104ad6ac" providerId="LiveId" clId="{A7B47643-3F65-4193-B313-65BE2C17C174}" dt="2025-12-10T19:47:32.531" v="621" actId="1076"/>
          <ac:picMkLst>
            <pc:docMk/>
            <pc:sldMk cId="1146421030" sldId="269"/>
            <ac:picMk id="5" creationId="{AD3C6828-E138-0C5D-45EF-6BF975B7D148}"/>
          </ac:picMkLst>
        </pc:picChg>
      </pc:sldChg>
      <pc:sldChg chg="addSp delSp modSp add mod">
        <pc:chgData name="Роман парфёнов" userId="33aa29ea104ad6ac" providerId="LiveId" clId="{A7B47643-3F65-4193-B313-65BE2C17C174}" dt="2025-12-10T19:51:17.846" v="660" actId="1076"/>
        <pc:sldMkLst>
          <pc:docMk/>
          <pc:sldMk cId="846681004" sldId="270"/>
        </pc:sldMkLst>
        <pc:spChg chg="mod">
          <ac:chgData name="Роман парфёнов" userId="33aa29ea104ad6ac" providerId="LiveId" clId="{A7B47643-3F65-4193-B313-65BE2C17C174}" dt="2025-12-10T19:49:28.688" v="645" actId="20577"/>
          <ac:spMkLst>
            <pc:docMk/>
            <pc:sldMk cId="846681004" sldId="270"/>
            <ac:spMk id="2" creationId="{F21F22BC-1801-6C8C-64A0-D338B33FEB00}"/>
          </ac:spMkLst>
        </pc:spChg>
        <pc:picChg chg="add del mod">
          <ac:chgData name="Роман парфёнов" userId="33aa29ea104ad6ac" providerId="LiveId" clId="{A7B47643-3F65-4193-B313-65BE2C17C174}" dt="2025-12-10T19:50:49.134" v="652" actId="22"/>
          <ac:picMkLst>
            <pc:docMk/>
            <pc:sldMk cId="846681004" sldId="270"/>
            <ac:picMk id="4" creationId="{6FF1DA61-C4D7-0595-572A-718D54C4C9C4}"/>
          </ac:picMkLst>
        </pc:picChg>
        <pc:picChg chg="del">
          <ac:chgData name="Роман парфёнов" userId="33aa29ea104ad6ac" providerId="LiveId" clId="{A7B47643-3F65-4193-B313-65BE2C17C174}" dt="2025-12-10T19:50:43.806" v="646" actId="478"/>
          <ac:picMkLst>
            <pc:docMk/>
            <pc:sldMk cId="846681004" sldId="270"/>
            <ac:picMk id="5" creationId="{AD3C6828-E138-0C5D-45EF-6BF975B7D148}"/>
          </ac:picMkLst>
        </pc:picChg>
        <pc:picChg chg="add del mod">
          <ac:chgData name="Роман парфёнов" userId="33aa29ea104ad6ac" providerId="LiveId" clId="{A7B47643-3F65-4193-B313-65BE2C17C174}" dt="2025-12-10T19:51:02.960" v="655" actId="478"/>
          <ac:picMkLst>
            <pc:docMk/>
            <pc:sldMk cId="846681004" sldId="270"/>
            <ac:picMk id="7" creationId="{0E027BE4-B423-5B43-972E-E3A3CB9C3F41}"/>
          </ac:picMkLst>
        </pc:picChg>
        <pc:picChg chg="add mod">
          <ac:chgData name="Роман парфёнов" userId="33aa29ea104ad6ac" providerId="LiveId" clId="{A7B47643-3F65-4193-B313-65BE2C17C174}" dt="2025-12-10T19:51:17.846" v="660" actId="1076"/>
          <ac:picMkLst>
            <pc:docMk/>
            <pc:sldMk cId="846681004" sldId="270"/>
            <ac:picMk id="9" creationId="{9A7F12CF-EFD2-C7E8-569D-A555DB0906AF}"/>
          </ac:picMkLst>
        </pc:picChg>
      </pc:sldChg>
      <pc:sldChg chg="delSp modSp new mod">
        <pc:chgData name="Роман парфёнов" userId="33aa29ea104ad6ac" providerId="LiveId" clId="{A7B47643-3F65-4193-B313-65BE2C17C174}" dt="2025-12-10T19:51:49.487" v="702" actId="1076"/>
        <pc:sldMkLst>
          <pc:docMk/>
          <pc:sldMk cId="2489407923" sldId="271"/>
        </pc:sldMkLst>
        <pc:spChg chg="mod">
          <ac:chgData name="Роман парфёнов" userId="33aa29ea104ad6ac" providerId="LiveId" clId="{A7B47643-3F65-4193-B313-65BE2C17C174}" dt="2025-12-10T19:51:49.487" v="702" actId="1076"/>
          <ac:spMkLst>
            <pc:docMk/>
            <pc:sldMk cId="2489407923" sldId="271"/>
            <ac:spMk id="2" creationId="{CF670CCB-A083-2843-258F-796911FA9882}"/>
          </ac:spMkLst>
        </pc:spChg>
        <pc:spChg chg="del">
          <ac:chgData name="Роман парфёнов" userId="33aa29ea104ad6ac" providerId="LiveId" clId="{A7B47643-3F65-4193-B313-65BE2C17C174}" dt="2025-12-10T19:51:40.146" v="698" actId="478"/>
          <ac:spMkLst>
            <pc:docMk/>
            <pc:sldMk cId="2489407923" sldId="271"/>
            <ac:spMk id="3" creationId="{0A849386-19C7-EF45-B18E-0FC6E0A34122}"/>
          </ac:spMkLst>
        </pc:spChg>
      </pc:sldChg>
      <pc:sldChg chg="addSp delSp modSp add mod">
        <pc:chgData name="Роман парфёнов" userId="33aa29ea104ad6ac" providerId="LiveId" clId="{A7B47643-3F65-4193-B313-65BE2C17C174}" dt="2025-12-10T20:03:36.555" v="708" actId="1076"/>
        <pc:sldMkLst>
          <pc:docMk/>
          <pc:sldMk cId="1204708329" sldId="272"/>
        </pc:sldMkLst>
        <pc:picChg chg="add del">
          <ac:chgData name="Роман парфёнов" userId="33aa29ea104ad6ac" providerId="LiveId" clId="{A7B47643-3F65-4193-B313-65BE2C17C174}" dt="2025-12-10T20:03:21.371" v="706" actId="478"/>
          <ac:picMkLst>
            <pc:docMk/>
            <pc:sldMk cId="1204708329" sldId="272"/>
            <ac:picMk id="4" creationId="{8E532FC6-CC28-7C2A-1078-974D524E40A4}"/>
          </ac:picMkLst>
        </pc:picChg>
        <pc:picChg chg="add mod">
          <ac:chgData name="Роман парфёнов" userId="33aa29ea104ad6ac" providerId="LiveId" clId="{A7B47643-3F65-4193-B313-65BE2C17C174}" dt="2025-12-10T20:03:36.555" v="708" actId="1076"/>
          <ac:picMkLst>
            <pc:docMk/>
            <pc:sldMk cId="1204708329" sldId="272"/>
            <ac:picMk id="6" creationId="{2DF39061-3231-834E-355E-6490E10F273E}"/>
          </ac:picMkLst>
        </pc:picChg>
        <pc:picChg chg="del">
          <ac:chgData name="Роман парфёнов" userId="33aa29ea104ad6ac" providerId="LiveId" clId="{A7B47643-3F65-4193-B313-65BE2C17C174}" dt="2025-12-10T20:03:16.992" v="704" actId="478"/>
          <ac:picMkLst>
            <pc:docMk/>
            <pc:sldMk cId="1204708329" sldId="272"/>
            <ac:picMk id="9" creationId="{9A7F12CF-EFD2-C7E8-569D-A555DB0906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8A69D-7EF5-CEFB-1C0A-3DE395E9F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1" y="2404534"/>
            <a:ext cx="8503982" cy="164630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Курсовой проект на тему «Онлайн фильмотека»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7B4493-62F4-27F6-08EC-20EE52014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ст. гр. ПРИ-123</a:t>
            </a:r>
            <a:br>
              <a:rPr lang="ru-RU" dirty="0"/>
            </a:br>
            <a:r>
              <a:rPr lang="ru-RU" dirty="0"/>
              <a:t>Парфенов Р.С.</a:t>
            </a:r>
          </a:p>
        </p:txBody>
      </p:sp>
    </p:spTree>
    <p:extLst>
      <p:ext uri="{BB962C8B-B14F-4D97-AF65-F5344CB8AC3E}">
        <p14:creationId xmlns:p14="http://schemas.microsoft.com/office/powerpoint/2010/main" val="339173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99A51-7C31-5C3C-E0CC-B9565A18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EC192B-1058-9A1B-47FD-5FCEE913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0276"/>
            <a:ext cx="8596668" cy="5064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</a:rPr>
              <a:t>Онлайн-фильмотека — это веб-приложение для управления каталогом фильмов, персональными списками пользователей и системой рекомендаций на основе жанровых предпочтений. Система позволяет пользователям искать фильмы, создавать персональные списки с различными статусами, оценивать просмотренные фильмы и получать персональные рекомендации.</a:t>
            </a:r>
          </a:p>
        </p:txBody>
      </p:sp>
      <p:pic>
        <p:nvPicPr>
          <p:cNvPr id="1040" name="Picture 16" descr="Popcorn Bucket Изображения: просматривайте стоковые фотографии, векторные  изображения и видео в количестве 146,630 | Adobe Stock">
            <a:extLst>
              <a:ext uri="{FF2B5EF4-FFF2-40B4-BE49-F238E27FC236}">
                <a16:creationId xmlns:a16="http://schemas.microsoft.com/office/drawing/2014/main" id="{C21F6E58-DD38-643A-A7B4-6AD16CC75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284596"/>
            <a:ext cx="3646013" cy="242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86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6AE38-01A5-C07E-6DA7-8B4BD102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Пользователи подсистемы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0E0A1-6E58-E8A3-91F2-7409E49C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Посетитель </a:t>
            </a:r>
            <a:r>
              <a:rPr lang="ru-RU" sz="2000" dirty="0">
                <a:solidFill>
                  <a:schemeClr val="tx1"/>
                </a:solidFill>
              </a:rPr>
              <a:t>– человек, не зарегистрированный в системе, являющийся гостем, который может просматривать каталог фильмов, а также публичные профиля пользователей.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Пользователь</a:t>
            </a:r>
            <a:r>
              <a:rPr lang="ru-RU" sz="2000" dirty="0">
                <a:solidFill>
                  <a:schemeClr val="tx1"/>
                </a:solidFill>
              </a:rPr>
              <a:t> – человек, у которого могут быть личные списки фильмов и настроенная система рекомендаций.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Администратор </a:t>
            </a:r>
            <a:r>
              <a:rPr lang="ru-RU" sz="2000" dirty="0">
                <a:solidFill>
                  <a:schemeClr val="tx1"/>
                </a:solidFill>
              </a:rPr>
              <a:t>– человек, занимающийся администрированием сайта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66721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9E3CE-4300-10C1-366C-3EE89031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755970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Выбор технологий (Нефункциональные требования)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0B987-4504-ACFA-7DDD-4164806F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В качестве </a:t>
            </a:r>
            <a:r>
              <a:rPr lang="ru-RU" sz="2000" dirty="0" err="1">
                <a:solidFill>
                  <a:schemeClr val="tx1"/>
                </a:solidFill>
              </a:rPr>
              <a:t>бекенд</a:t>
            </a:r>
            <a:r>
              <a:rPr lang="ru-RU" sz="2000" dirty="0">
                <a:solidFill>
                  <a:schemeClr val="tx1"/>
                </a:solidFill>
              </a:rPr>
              <a:t> части приложения бы выбран </a:t>
            </a:r>
            <a:r>
              <a:rPr lang="en-US" sz="2000" dirty="0" err="1">
                <a:solidFill>
                  <a:schemeClr val="tx1"/>
                </a:solidFill>
              </a:rPr>
              <a:t>.Net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framework</a:t>
            </a:r>
          </a:p>
          <a:p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Фронтенд часть была основана на </a:t>
            </a:r>
            <a:r>
              <a:rPr lang="en-US" sz="2000" dirty="0">
                <a:solidFill>
                  <a:schemeClr val="tx1"/>
                </a:solidFill>
              </a:rPr>
              <a:t>React + </a:t>
            </a:r>
            <a:r>
              <a:rPr lang="en-US" sz="2000" dirty="0" err="1">
                <a:solidFill>
                  <a:schemeClr val="tx1"/>
                </a:solidFill>
              </a:rPr>
              <a:t>vite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СУБД – </a:t>
            </a:r>
            <a:r>
              <a:rPr lang="en-US" sz="2000" dirty="0" err="1">
                <a:solidFill>
                  <a:schemeClr val="tx1"/>
                </a:solidFill>
              </a:rPr>
              <a:t>Mysql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Функциональное тестирование – </a:t>
            </a:r>
            <a:r>
              <a:rPr lang="en-US" sz="2000" dirty="0">
                <a:solidFill>
                  <a:schemeClr val="tx1"/>
                </a:solidFill>
              </a:rPr>
              <a:t>Postman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Нефункциональное тестирование - </a:t>
            </a:r>
            <a:r>
              <a:rPr lang="en-US" sz="2000" dirty="0" err="1">
                <a:solidFill>
                  <a:schemeClr val="tx1"/>
                </a:solidFill>
              </a:rPr>
              <a:t>Xunit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01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34648-177C-737D-C344-A229D1A5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77DF9-66E2-A25A-5D91-FFF124E6A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2600"/>
            <a:ext cx="11019366" cy="3880773"/>
          </a:xfrm>
        </p:spPr>
        <p:txBody>
          <a:bodyPr>
            <a:noAutofit/>
          </a:bodyPr>
          <a:lstStyle/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1. Общие требования (для всех пользователей)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Система должна предоставлять доступ к общему каталогу фильмов.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2. Требования для роли "Посетитель сайта" (неавторизованный пользователь)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Система должна предоставлять возможность регистрации новой учетной записи.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3. Требования для роли "Пользователь" (авторизованный пользователь)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Управление личным списком фильмов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4. Требования для роли "Администратор"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Управление каталогом.</a:t>
            </a:r>
          </a:p>
        </p:txBody>
      </p:sp>
    </p:spTree>
    <p:extLst>
      <p:ext uri="{BB962C8B-B14F-4D97-AF65-F5344CB8AC3E}">
        <p14:creationId xmlns:p14="http://schemas.microsoft.com/office/powerpoint/2010/main" val="365752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5FE49D19-F46D-A91D-733B-C0CCF10FB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433" y="0"/>
            <a:ext cx="8596668" cy="68659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66" y="16321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Диаграмма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прецедентов </a:t>
            </a:r>
          </a:p>
        </p:txBody>
      </p:sp>
    </p:spTree>
    <p:extLst>
      <p:ext uri="{BB962C8B-B14F-4D97-AF65-F5344CB8AC3E}">
        <p14:creationId xmlns:p14="http://schemas.microsoft.com/office/powerpoint/2010/main" val="276222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00AA4-4261-C314-D9C4-CD7707B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9248"/>
            <a:ext cx="8596668" cy="13208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Trebuchet MS (Заголовки)"/>
                <a:ea typeface="Times New Roman" panose="02020603050405020304" pitchFamily="18" charset="0"/>
              </a:rPr>
              <a:t>Расширенное описание прецедента «Оценка фильма»</a:t>
            </a:r>
            <a:endParaRPr lang="ru-RU" dirty="0">
              <a:solidFill>
                <a:schemeClr val="tx1"/>
              </a:solidFill>
              <a:latin typeface="Trebuchet MS (Заголовки)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3033B-B8FE-2087-20C5-61880F0C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7592"/>
            <a:ext cx="9061026" cy="5550408"/>
          </a:xfrm>
        </p:spPr>
        <p:txBody>
          <a:bodyPr>
            <a:normAutofit fontScale="92500" lnSpcReduction="20000"/>
          </a:bodyPr>
          <a:lstStyle/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Предусловие: Пользователь авторизован в системе.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Действующее лицо: Пользователь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Основной поток: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1. Пользователь выбирает фильм для оценки (через каталог, свой список, случайный фильм или рекомендации).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2. Пользователь вызывает функцию оценки фильма, передавая идентификатор фильма, оценку (от 1 до 10) и опционально комментарий (до 2000 символов).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3. Система проверяет, что фильм существует в базе данных.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4. Система проверяет наличие статусов "Просмотрено" и "Оценен" в справочнике статусов.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5. Система проверяет, что фильм уже добавлен в личный список пользователя и имеет статус "Просмотрено" или "Оценен".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6. Система сохраняет оценку, устанавливает статус фильма в "Оценен" и сохраняет комментарий (если указан).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7. Система возвращает обновленную информацию о фильме в списке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104703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00AA4-4261-C314-D9C4-CD7707B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9248"/>
            <a:ext cx="8596668" cy="13208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Trebuchet MS (Заголовки)"/>
                <a:ea typeface="Times New Roman" panose="02020603050405020304" pitchFamily="18" charset="0"/>
              </a:rPr>
              <a:t>Расширенное описание прецедента «Оценка фильма»</a:t>
            </a:r>
            <a:endParaRPr lang="ru-RU" dirty="0">
              <a:solidFill>
                <a:schemeClr val="tx1"/>
              </a:solidFill>
              <a:latin typeface="Trebuchet MS (Заголовки)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3033B-B8FE-2087-20C5-61880F0C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7592"/>
            <a:ext cx="9006162" cy="5550408"/>
          </a:xfrm>
        </p:spPr>
        <p:txBody>
          <a:bodyPr>
            <a:normAutofit fontScale="92500" lnSpcReduction="10000"/>
          </a:bodyPr>
          <a:lstStyle/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№1: Если фильм не найден в базе данных, система возвращает ошибку "Фильм не найден".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№2: Если обязательные статусы ("Просмотрено" или "Оценен") отсутствуют в справочнике, система возвращает ошибку с указанием отсутствующего статуса.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№3: Если фильм не добавлен в личный список пользователя или имеет статус, отличный от "Просмотрено" или "Оценен", система возвращает ошибку "Нельзя оценить фильм, пока он не добавлен в статус «Просмотрено»".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№4: Если переданы некорректные данные (оценка вне диапазона 1-10, превышена длина комментария), система возвращает ошибку валидации.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№5: Если пользователь уже оценил фильм ранее, система позволяет изменить оценку и комментарий, обновляя существующую запись.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Постусловие: Фильм получил оценку от пользователя, статус фильма в личном списке изменен на "Оценен", оценка и комментарий сохранены в базе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68945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677D9-E719-7022-AD01-8270834B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Как работает система рекомендаций?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75BDB-2CC9-1A38-7F2F-47E142F59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0473"/>
            <a:ext cx="8999682" cy="5367527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Сбор и обработка предпочтений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пользователь оценивает жанры (0–10), оценки конвертируются в веса (от 0 до 1).</a:t>
            </a:r>
          </a:p>
          <a:p>
            <a:pPr algn="l">
              <a:lnSpc>
                <a:spcPct val="150000"/>
              </a:lnSpc>
              <a:buFont typeface="+mj-lt"/>
              <a:buAutoNum type="arabicPeriod" startAt="2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Формирование профиля интересов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извлечение предпочтений и вычисление средних весов по жанрам.</a:t>
            </a:r>
          </a:p>
          <a:p>
            <a:pPr algn="l">
              <a:lnSpc>
                <a:spcPct val="150000"/>
              </a:lnSpc>
              <a:buFont typeface="+mj-lt"/>
              <a:buAutoNum type="arabicPeriod" startAt="3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Фильтрация и вычисление оценок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сначала мы идем по списку его просмотренных</a:t>
            </a:r>
            <a:r>
              <a:rPr lang="en-US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,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 брошенных 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тп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. Фильмов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,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 убираем их из системы рекомендаций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,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 после чего идет 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поиск фильмов с совпадающими жанрами и расчет оценки как суммы весов.</a:t>
            </a:r>
          </a:p>
          <a:p>
            <a:pPr algn="l">
              <a:lnSpc>
                <a:spcPct val="150000"/>
              </a:lnSpc>
              <a:buFont typeface="+mj-lt"/>
              <a:buAutoNum type="arabicPeriod" startAt="4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Сортировка и выбор топ-20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сортировка по убыванию оценки и выбор лучших рекомендаций.</a:t>
            </a:r>
          </a:p>
          <a:p>
            <a:pPr algn="l">
              <a:lnSpc>
                <a:spcPct val="150000"/>
              </a:lnSpc>
              <a:buFont typeface="+mj-lt"/>
              <a:buAutoNum type="arabicPeriod" startAt="5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Нормализация выходной рекомендации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преобразование оценки в процент (1.0→90%, 2.0→95%, 3.0→98%, далее до 99%) для более реалистичного отображения.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110393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6B9769-4E74-4426-8B93-EDD8632E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57" y="0"/>
            <a:ext cx="10185477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66" y="20131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Диаграмма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Состояний </a:t>
            </a:r>
          </a:p>
        </p:txBody>
      </p:sp>
    </p:spTree>
    <p:extLst>
      <p:ext uri="{BB962C8B-B14F-4D97-AF65-F5344CB8AC3E}">
        <p14:creationId xmlns:p14="http://schemas.microsoft.com/office/powerpoint/2010/main" val="40538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66" y="201315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 </a:t>
            </a:r>
            <a:r>
              <a:rPr lang="ru-RU" dirty="0">
                <a:solidFill>
                  <a:schemeClr val="tx1"/>
                </a:solidFill>
              </a:rPr>
              <a:t>Диаграмма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Базы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619B36-28FC-78B0-4B98-BFCB6E4E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6613"/>
            <a:ext cx="6899847" cy="684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2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Нефункциональное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Xunit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E8CF2-ABFE-A977-4CC8-7DEA3F28FBF9}"/>
              </a:ext>
            </a:extLst>
          </p:cNvPr>
          <p:cNvSpPr txBox="1"/>
          <p:nvPr/>
        </p:nvSpPr>
        <p:spPr>
          <a:xfrm>
            <a:off x="677334" y="1830533"/>
            <a:ext cx="9865698" cy="502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RateMovie_ShouldReject_WhenMovieNotWatched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отклонение оценки фильма, который не просмотрен</a:t>
            </a:r>
          </a:p>
          <a:p>
            <a:pPr algn="l">
              <a:lnSpc>
                <a:spcPct val="150000"/>
              </a:lnSpc>
              <a:buFont typeface="+mj-lt"/>
              <a:buAutoNum type="arabicPeriod" startAt="2"/>
            </a:pPr>
            <a:r>
              <a:rPr lang="en-US" b="1" i="0" dirty="0" err="1">
                <a:effectLst/>
                <a:latin typeface="Trebuchet MS (Основной текст)"/>
              </a:rPr>
              <a:t>RateMovie_ShouldSucceed_WhenMovieWatched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успешная оценка просмотренного фильма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3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RateMovie_ShouldReject_WhenMovieNotInList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отклонение оценки фильма, которого нет в списке</a:t>
            </a:r>
          </a:p>
          <a:p>
            <a:pPr algn="l">
              <a:lnSpc>
                <a:spcPct val="150000"/>
              </a:lnSpc>
              <a:buFont typeface="+mj-lt"/>
              <a:buAutoNum type="arabicPeriod" startAt="4"/>
            </a:pPr>
            <a:r>
              <a:rPr lang="en-US" b="1" i="0" dirty="0" err="1">
                <a:effectLst/>
                <a:latin typeface="Trebuchet MS (Основной текст)"/>
              </a:rPr>
              <a:t>GetUserMovies_ShouldReject_WhenUserDeleted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проверка существования пользователя при получении списка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5"/>
            </a:pPr>
            <a:r>
              <a:rPr lang="en-US" b="1" i="0" dirty="0" err="1">
                <a:effectLst/>
                <a:latin typeface="Trebuchet MS (Основной текст)"/>
              </a:rPr>
              <a:t>RateMovie_ShouldSucceed_WhenChangingRating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изменение оценки уже оцененного фильма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6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RateMovie_ShouldReject_WhenUserDeleted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проверка существования пользователя при оценке</a:t>
            </a:r>
          </a:p>
        </p:txBody>
      </p:sp>
    </p:spTree>
    <p:extLst>
      <p:ext uri="{BB962C8B-B14F-4D97-AF65-F5344CB8AC3E}">
        <p14:creationId xmlns:p14="http://schemas.microsoft.com/office/powerpoint/2010/main" val="370659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Нефункциональное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Xunit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3C6828-E138-0C5D-45EF-6BF975B7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62571"/>
            <a:ext cx="7840169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2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Postman)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7F12CF-EFD2-C7E8-569D-A555DB09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0" y="1994408"/>
            <a:ext cx="7498700" cy="452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8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Postman)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39061-3231-834E-355E-6490E10F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31" y="2171131"/>
            <a:ext cx="6925642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08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70CCB-A083-2843-258F-796911FA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8940792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254</TotalTime>
  <Words>784</Words>
  <Application>Microsoft Office PowerPoint</Application>
  <PresentationFormat>Широкоэкранный</PresentationFormat>
  <Paragraphs>64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Trebuchet MS</vt:lpstr>
      <vt:lpstr>Trebuchet MS (Заголовки)</vt:lpstr>
      <vt:lpstr>Trebuchet MS (Основной текст)</vt:lpstr>
      <vt:lpstr>Wingdings 3</vt:lpstr>
      <vt:lpstr>Аспект</vt:lpstr>
      <vt:lpstr>Курсовой проект на тему «Онлайн фильмотека»</vt:lpstr>
      <vt:lpstr>Анализ предметной области</vt:lpstr>
      <vt:lpstr>Пользователи подсистемы:</vt:lpstr>
      <vt:lpstr>Выбор технологий (Нефункциональные требования)</vt:lpstr>
      <vt:lpstr>Функциональные требования</vt:lpstr>
      <vt:lpstr>Диаграмма  прецедентов </vt:lpstr>
      <vt:lpstr>Расширенное описание прецедента «Оценка фильма»</vt:lpstr>
      <vt:lpstr>Расширенное описание прецедента «Оценка фильма»</vt:lpstr>
      <vt:lpstr>Как работает система рекомендаций?</vt:lpstr>
      <vt:lpstr>Диаграмма  Состояний </vt:lpstr>
      <vt:lpstr>ER Диаграмма Базы данных</vt:lpstr>
      <vt:lpstr>Нефункциональное тестирование (Xunit)</vt:lpstr>
      <vt:lpstr>Нефункциональное тестирование (Xunit)</vt:lpstr>
      <vt:lpstr>Функциональное тестирование (Postman)</vt:lpstr>
      <vt:lpstr>Функциональное тестирование (Postman)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парфёнов</dc:creator>
  <cp:lastModifiedBy>Роман парфёнов</cp:lastModifiedBy>
  <cp:revision>8</cp:revision>
  <dcterms:created xsi:type="dcterms:W3CDTF">2025-12-10T11:22:00Z</dcterms:created>
  <dcterms:modified xsi:type="dcterms:W3CDTF">2025-12-10T20:03:39Z</dcterms:modified>
</cp:coreProperties>
</file>