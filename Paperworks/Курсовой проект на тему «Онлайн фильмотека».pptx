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A8A69D-7EF5-CEFB-1C0A-3DE395E9F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0021" y="2404534"/>
            <a:ext cx="8503982" cy="1646302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Курсовой проект на тему «Онлайн фильмотека»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27B4493-62F4-27F6-08EC-20EE520141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Выполнил ст. гр. ПРИ-123</a:t>
            </a:r>
            <a:br>
              <a:rPr lang="ru-RU" dirty="0"/>
            </a:br>
            <a:r>
              <a:rPr lang="ru-RU" dirty="0"/>
              <a:t>Парфенов Р.С.</a:t>
            </a:r>
          </a:p>
        </p:txBody>
      </p:sp>
    </p:spTree>
    <p:extLst>
      <p:ext uri="{BB962C8B-B14F-4D97-AF65-F5344CB8AC3E}">
        <p14:creationId xmlns:p14="http://schemas.microsoft.com/office/powerpoint/2010/main" val="339173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999A51-7C31-5C3C-E0CC-B9565A182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предметной области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EC192B-1058-9A1B-47FD-5FCEE913B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60276"/>
            <a:ext cx="8596668" cy="50645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Онлайн-фильмотека — это веб-приложение для управления каталогом фильмов, персональными списками пользователей и системой рекомендаций на основе жанровых предпочтений. Система позволяет пользователям искать фильмы, создавать персональные списки с различными статусами, оценивать просмотренные фильмы и получать персональные рекомендации.</a:t>
            </a:r>
          </a:p>
        </p:txBody>
      </p:sp>
      <p:pic>
        <p:nvPicPr>
          <p:cNvPr id="1040" name="Picture 16" descr="Popcorn Bucket Изображения: просматривайте стоковые фотографии, векторные  изображения и видео в количестве 146,630 | Adobe Stock">
            <a:extLst>
              <a:ext uri="{FF2B5EF4-FFF2-40B4-BE49-F238E27FC236}">
                <a16:creationId xmlns:a16="http://schemas.microsoft.com/office/drawing/2014/main" id="{C21F6E58-DD38-643A-A7B4-6AD16CC758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3998608"/>
            <a:ext cx="3646013" cy="2426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7866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F6AE38-01A5-C07E-6DA7-8B4BD1026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Пользователи подсистемы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00E0A1-6E58-E8A3-91F2-7409E49C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i="1" dirty="0"/>
              <a:t>Посетитель </a:t>
            </a:r>
            <a:r>
              <a:rPr lang="ru-RU" dirty="0"/>
              <a:t>– человек, не зарегистрированный в системе, являющийся гостем, который может просматривать каталог фильмов, а также публичные профиля пользователей.</a:t>
            </a:r>
            <a:endParaRPr lang="ru-RU" sz="1600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i="1" dirty="0"/>
              <a:t>Пользователь</a:t>
            </a:r>
            <a:r>
              <a:rPr lang="ru-RU" dirty="0"/>
              <a:t> – человек, у которого могут быть личные списки фильмов и настроенная система рекомендаций.</a:t>
            </a:r>
            <a:endParaRPr lang="ru-RU" sz="1600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i="1" dirty="0"/>
              <a:t>Администратор </a:t>
            </a:r>
            <a:r>
              <a:rPr lang="ru-RU" dirty="0"/>
              <a:t>– человек, занимающийся администрированием сайта приложения.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667216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09E3CE-4300-10C1-366C-3EE890310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Выбор 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90B987-4504-ACFA-7DDD-4164806F4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качестве </a:t>
            </a:r>
            <a:r>
              <a:rPr lang="ru-RU" dirty="0" err="1"/>
              <a:t>бекенд</a:t>
            </a:r>
            <a:r>
              <a:rPr lang="ru-RU" dirty="0"/>
              <a:t> части приложения бы выбран </a:t>
            </a:r>
            <a:r>
              <a:rPr lang="en-US" dirty="0" err="1"/>
              <a:t>.Net</a:t>
            </a:r>
            <a:r>
              <a:rPr lang="ru-RU" dirty="0"/>
              <a:t> </a:t>
            </a:r>
            <a:r>
              <a:rPr lang="en-US" dirty="0"/>
              <a:t>framework</a:t>
            </a:r>
          </a:p>
          <a:p>
            <a:endParaRPr lang="ru-RU" dirty="0"/>
          </a:p>
          <a:p>
            <a:r>
              <a:rPr lang="ru-RU" dirty="0"/>
              <a:t>Фронтенд часть была основана на </a:t>
            </a:r>
            <a:r>
              <a:rPr lang="en-US" dirty="0"/>
              <a:t>React + </a:t>
            </a:r>
            <a:r>
              <a:rPr lang="en-US" dirty="0" err="1"/>
              <a:t>vite</a:t>
            </a:r>
            <a:endParaRPr lang="en-US" dirty="0"/>
          </a:p>
          <a:p>
            <a:endParaRPr lang="en-US" dirty="0"/>
          </a:p>
          <a:p>
            <a:r>
              <a:rPr lang="ru-RU" dirty="0"/>
              <a:t>СУБД – </a:t>
            </a:r>
            <a:r>
              <a:rPr lang="en-US" dirty="0" err="1"/>
              <a:t>Mysql</a:t>
            </a:r>
            <a:endParaRPr lang="en-US" dirty="0"/>
          </a:p>
          <a:p>
            <a:endParaRPr lang="en-US" dirty="0"/>
          </a:p>
          <a:p>
            <a:r>
              <a:rPr lang="ru-RU" dirty="0"/>
              <a:t>Функциональное тестирование – </a:t>
            </a:r>
            <a:r>
              <a:rPr lang="en-US" dirty="0"/>
              <a:t>Postman</a:t>
            </a:r>
            <a:br>
              <a:rPr lang="en-US" dirty="0"/>
            </a:br>
            <a:endParaRPr lang="en-US" dirty="0"/>
          </a:p>
          <a:p>
            <a:r>
              <a:rPr lang="ru-RU" dirty="0"/>
              <a:t>Нефункциональное тестирование - </a:t>
            </a:r>
            <a:r>
              <a:rPr lang="en-US" dirty="0" err="1"/>
              <a:t>Xunit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3017539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187</TotalTime>
  <Words>148</Words>
  <Application>Microsoft Office PowerPoint</Application>
  <PresentationFormat>Широкоэкранный</PresentationFormat>
  <Paragraphs>17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Аспект</vt:lpstr>
      <vt:lpstr>Курсовой проект на тему «Онлайн фильмотека»</vt:lpstr>
      <vt:lpstr>Анализ предметной области</vt:lpstr>
      <vt:lpstr>Пользователи подсистемы:</vt:lpstr>
      <vt:lpstr>Выбор технологий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парфёнов</dc:creator>
  <cp:lastModifiedBy>Роман парфёнов</cp:lastModifiedBy>
  <cp:revision>8</cp:revision>
  <dcterms:created xsi:type="dcterms:W3CDTF">2025-12-10T11:22:00Z</dcterms:created>
  <dcterms:modified xsi:type="dcterms:W3CDTF">2025-12-10T14:30:33Z</dcterms:modified>
</cp:coreProperties>
</file>